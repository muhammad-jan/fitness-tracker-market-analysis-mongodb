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773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5B49-49AB-5258-0D6F-0907D6EB0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0BB25-8FA6-3FD7-7861-EE525B72C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D481-2D7D-C301-0030-96906BED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1A5BB-E40E-4135-549C-265B5B67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77EC6-2422-DAFD-F376-30FE4E59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6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B4B6-0236-1DE7-0460-45C25050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7306-6766-A990-624A-2C4C95910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A8A3B-CF31-8123-4712-BF35A21E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1226A-FAA5-B413-F8A2-FC82742A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6839-F598-7A91-6973-03136A9E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4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FCB1-F926-F342-9CB9-17D300C3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30FF9-970C-EAA7-14E7-2809B74B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6EC11-A17C-A8C7-2272-2346849D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8115-6A5E-90B1-7E66-53DEA38F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6073B-D3F7-52A0-C84D-43D34BC9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48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45BE-0739-F224-153F-837671AC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499B-BFC7-512A-D26A-1831E2CAD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14DCC-C46B-B583-5E64-6AD2B4DB0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26DBE-739D-EF1B-CBF7-47B0B0AE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3C001-A07C-3A7C-0482-826448FA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94C1-7461-37ED-0903-0E3AAFA8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4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A49B-749F-BAE5-F710-C9440AAC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DD73B-9FE6-963D-C8EF-00401C94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B39FA-1565-6577-AEEF-6A293D906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FEDE0-13B8-EC81-7133-4BB924E2C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92F4B-62E8-8C03-407A-C0C73E5F7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8D7ED-2233-B9EC-BE6C-D1F7F2A8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5F4B0-60AF-07D3-8A95-E2C8E213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AD5F9-A02C-3A4C-D645-5FA71EE8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62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9901-EDD1-4CEC-226B-7DA2F315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21661-72A9-6890-7F60-53F5E66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69B66-E650-8D62-90F8-870FEABC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77F67-CBD7-DCEF-D611-9C518E08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0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8101A-0374-F0BB-74C9-64B469AD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80BB-369F-58DD-3312-95D2A115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152AD-B9A3-F6BF-F8EC-189D8200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7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F18A-8FF4-416B-8350-9E997CA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E0483-758E-407C-985D-56A36A8C1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C1063-F27F-3D5E-0E00-A819749A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76-B6A2-2007-59D0-BE601DDD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10EA6-FA73-4FAD-DBA9-E97C5623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7B4ED-A407-6BF3-73BE-B920CF28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72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00FE-B78D-C414-3924-7636EF1B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8CF55-19DB-C823-99A0-BF0400085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1A771-8493-95D3-A744-AD2234C13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C5872-2DFE-799B-F078-5061F5D3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DAFC3-15E7-B66F-19C8-EEDC285E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2F128-4B31-F863-6DFE-2FA53E39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7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F475-7B64-415A-B946-90451328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0CD41-1152-2F59-C256-739D9C700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D0A1-B690-E39C-37A2-026EFA37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617D-0B9A-EEEE-4C0F-43779220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0D2F4-E67D-3120-4CCE-013C70E4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8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ECC4C-86F6-55D9-512F-D95FB1BC1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BC8ED-6E27-A959-06F8-00C190E8C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761E-6F9A-0387-B264-DAB9BD12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3B70D-516C-3AFB-A5E7-2789510F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2AB7-3CB8-4374-6AB6-5F0D4C88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1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AF446-58E4-7BCA-14FB-6D626F92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594F2-5E26-692C-4B35-8A1D9F336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9755-E1D7-8DA2-00F1-6511F31E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2EF53-5976-48EB-823C-8C013D2C692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EC10F-19B0-1CEC-2ECA-57E540538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3F843-8758-A076-C3DD-13536B523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F9D0E-6537-44A7-90A9-DA7C66FC4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5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1185576"/>
            <a:ext cx="12081753" cy="3420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Business Challenges:</a:t>
            </a:r>
          </a:p>
          <a:p>
            <a:endParaRPr lang="en-US" sz="2000" b="1" dirty="0"/>
          </a:p>
          <a:p>
            <a:r>
              <a:rPr lang="en-US" sz="2800" b="1" dirty="0"/>
              <a:t>1. Fitness Tracker Market Analysis System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project focuses on designing a MongoDB-based analytical system to manage and analyze semi-structured fitness tracker and smartwatch product data.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objective is to enable data-driven decision-making for product selection, inventory planning, and marketing strategy.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12840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1166120"/>
            <a:ext cx="115443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2. Business Scenario</a:t>
            </a:r>
          </a:p>
          <a:p>
            <a:r>
              <a:rPr lang="en-US" sz="2400" i="1" dirty="0"/>
              <a:t>A retail analytics company specializing in wearable technology products manages product data in semi-structured JSON format.</a:t>
            </a:r>
          </a:p>
          <a:p>
            <a:endParaRPr lang="en-US" sz="2400" dirty="0"/>
          </a:p>
          <a:p>
            <a:r>
              <a:rPr lang="en-US" sz="2400" b="1" dirty="0"/>
              <a:t>As product records grow: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Manual analysis becomes inefficient.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Performance insights are difficult to extract.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Decision-making is delayed.</a:t>
            </a:r>
          </a:p>
          <a:p>
            <a:endParaRPr lang="en-US" sz="2400" dirty="0"/>
          </a:p>
          <a:p>
            <a:r>
              <a:rPr lang="en-US" sz="2400" i="1" dirty="0"/>
              <a:t>The organization requires a scalable NoSQL database solution for efficient data storage and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436837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1166120"/>
            <a:ext cx="11544301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3. Core Business Problems</a:t>
            </a:r>
          </a:p>
          <a:p>
            <a:endParaRPr lang="en-US" sz="1200" b="1" dirty="0"/>
          </a:p>
          <a:p>
            <a:r>
              <a:rPr lang="en-US" sz="2000" b="1" i="1" dirty="0"/>
              <a:t>Without a proper database system:</a:t>
            </a:r>
          </a:p>
          <a:p>
            <a:endParaRPr lang="en-US" sz="105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Management cannot identify top-performing brands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Marketing teams cannot promote high battery-life devices effectively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Inventory planning is not aligned with market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 performance analysis is time-consuming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/>
          </a:p>
          <a:p>
            <a:r>
              <a:rPr lang="en-US" sz="2000" b="1" i="1" dirty="0"/>
              <a:t>This leads to inefficient strategic planning and missed business opportunities.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87192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923330"/>
            <a:ext cx="11544301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4. Why NoSQL / MongoDB?</a:t>
            </a:r>
          </a:p>
          <a:p>
            <a:r>
              <a:rPr lang="en-US" sz="2400" i="1" dirty="0"/>
              <a:t>The dataset is semi-structured (JSON format) and contains flexible product attributes.</a:t>
            </a:r>
          </a:p>
          <a:p>
            <a:pPr>
              <a:lnSpc>
                <a:spcPct val="150000"/>
              </a:lnSpc>
            </a:pPr>
            <a:r>
              <a:rPr lang="en-US" sz="2200" b="1" i="1" dirty="0"/>
              <a:t>A relational model would require: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Multiple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Complex joins.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Schema restructuring when new attributes are added.</a:t>
            </a:r>
          </a:p>
          <a:p>
            <a:endParaRPr lang="en-US" sz="1100" b="1" i="1" dirty="0"/>
          </a:p>
          <a:p>
            <a:r>
              <a:rPr lang="en-US" sz="2200" b="1" i="1" dirty="0"/>
              <a:t>MongoDB was selected because:</a:t>
            </a:r>
          </a:p>
          <a:p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Document-based storage (BSON).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Flexible schema.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Efficient aggregation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Horizontal scalability support.</a:t>
            </a:r>
          </a:p>
          <a:p>
            <a:endParaRPr 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56749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923330"/>
            <a:ext cx="115443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5. Analytical Objectives</a:t>
            </a:r>
          </a:p>
          <a:p>
            <a:pPr>
              <a:lnSpc>
                <a:spcPct val="150000"/>
              </a:lnSpc>
            </a:pPr>
            <a:r>
              <a:rPr lang="en-US" sz="2200" b="1" i="1" dirty="0"/>
              <a:t>The system must enable: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Average customer rating analysis by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Device type distribution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Identification of long battery-life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Performance optimization using indexing.</a:t>
            </a:r>
          </a:p>
          <a:p>
            <a:pPr>
              <a:lnSpc>
                <a:spcPct val="150000"/>
              </a:lnSpc>
            </a:pPr>
            <a:r>
              <a:rPr lang="en-US" sz="2200" b="1" i="1" dirty="0"/>
              <a:t>These insights directly support marketing, procurement, and strategic planning decisions.</a:t>
            </a:r>
          </a:p>
          <a:p>
            <a:endParaRPr 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26554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35B0E1-5AB7-AA8C-8A8C-FE8FD10BE268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6D3E-C50C-3AB7-A26E-F13FA53E16B2}"/>
              </a:ext>
            </a:extLst>
          </p:cNvPr>
          <p:cNvSpPr txBox="1"/>
          <p:nvPr/>
        </p:nvSpPr>
        <p:spPr>
          <a:xfrm>
            <a:off x="0" y="923330"/>
            <a:ext cx="11544301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6. Expected Business Impact</a:t>
            </a:r>
          </a:p>
          <a:p>
            <a:pPr>
              <a:lnSpc>
                <a:spcPct val="150000"/>
              </a:lnSpc>
            </a:pPr>
            <a:r>
              <a:rPr lang="en-US" sz="2200" b="1" i="1" dirty="0"/>
              <a:t>By implementing MongoDB: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analysis becomes efficient and scalable.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 performance insights are generated quickly.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Marketing campaigns become data-driven.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Inventory planning improves.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system can scale from hundreds to millions of records.</a:t>
            </a:r>
          </a:p>
          <a:p>
            <a:endParaRPr 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83C67-65D2-BD4F-F8DE-7DDCB72C99BB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31407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316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Jan</dc:creator>
  <cp:lastModifiedBy>muhammed Jan</cp:lastModifiedBy>
  <cp:revision>1</cp:revision>
  <dcterms:created xsi:type="dcterms:W3CDTF">2026-02-19T15:55:50Z</dcterms:created>
  <dcterms:modified xsi:type="dcterms:W3CDTF">2026-02-19T16:11:18Z</dcterms:modified>
</cp:coreProperties>
</file>